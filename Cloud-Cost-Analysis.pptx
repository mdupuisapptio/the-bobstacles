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Period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AWS</c:v>
                  </c:pt>
                  <c:pt idx="1">
                    <c:v>Azure</c:v>
                  </c:pt>
                  <c:pt idx="2">
                    <c:v>OCI</c:v>
                  </c:pt>
                  <c:pt idx="3">
                    <c:v>Snowflake</c:v>
                  </c:pt>
                  <c:pt idx="4">
                    <c:v>GCP</c:v>
                  </c:pt>
                  <c:pt idx="5">
                    <c:v>MongoDB</c:v>
                  </c:pt>
                  <c:pt idx="6">
                    <c:v>Databricks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5285</c:v>
                </c:pt>
                <c:pt idx="1">
                  <c:v>4847</c:v>
                </c:pt>
                <c:pt idx="2">
                  <c:v>1523</c:v>
                </c:pt>
                <c:pt idx="3">
                  <c:v>508</c:v>
                </c:pt>
                <c:pt idx="4">
                  <c:v>336</c:v>
                </c:pt>
                <c:pt idx="5">
                  <c:v>131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Previous Period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AWS</c:v>
                  </c:pt>
                  <c:pt idx="1">
                    <c:v>Azure</c:v>
                  </c:pt>
                  <c:pt idx="2">
                    <c:v>OCI</c:v>
                  </c:pt>
                  <c:pt idx="3">
                    <c:v>Snowflake</c:v>
                  </c:pt>
                  <c:pt idx="4">
                    <c:v>GCP</c:v>
                  </c:pt>
                  <c:pt idx="5">
                    <c:v>MongoDB</c:v>
                  </c:pt>
                  <c:pt idx="6">
                    <c:v>Databricks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5839</c:v>
                </c:pt>
                <c:pt idx="1">
                  <c:v>4014</c:v>
                </c:pt>
                <c:pt idx="2">
                  <c:v>1615</c:v>
                </c:pt>
                <c:pt idx="3">
                  <c:v>451</c:v>
                </c:pt>
                <c:pt idx="4">
                  <c:v>492</c:v>
                </c:pt>
                <c:pt idx="5">
                  <c:v>-37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Cloud Vendor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($000s)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Cloud Cost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F2FE"/>
                </a:solidFill>
              </a:rPr>
              <a:t>60-Day Comparison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</a:rPr>
              <a:t>May 17 - June 16,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Current Period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$12.63M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+2.1%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97280"/>
            <a:ext cx="73152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Previous Period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$12.38M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097280"/>
            <a:ext cx="73152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Total Change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+$255K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+2.1% increase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Key Insights: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Azure costs increased 20.7% (+$833K), offsetting AWS savings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AWS EC2 costs decreased 12.8% (-$390K)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New services: Celonis Platform (+$531K) and Wiz Security (+$400K)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GCP costs declined 31.6% (-$156K)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Vendor Cost Breakdown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Top Service Changes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Previous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 Change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Celonis Platform (Azure)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$531K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+$531K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Wiz Security (Azure)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$401K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+$401K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Amazon EC2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$2,650K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$3,039K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-$390K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-12.8%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Azure Capacity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$608K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$719K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-$111K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-15.5%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Amazon EMR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$408K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$521K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-$113K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-21.8%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GCP Atlan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$147K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-$147K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AWS Support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$102K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$159K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-$57K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-35.7%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Monitor Azure Growth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Azure costs increased 20.7%. Review new Celonis and Wiz deployments for optimization opportunities.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Leverage AWS Savings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EC2 costs down 12.8%. Continue rightsizing initiatives and evaluate additional Reserved Instance opportunities.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Optimize GCP Usage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GCP costs declined 31.6%. Assess if this reduction aligns with business needs or indicates underutilization.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Review New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Two major new services added ($931K combined). Ensure proper tagging and cost allocation for tracking.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Cost Analysis - 60 Day Report</dc:title>
  <dc:subject>PptxGenJS Presentation</dc:subject>
  <dc:creator>Cloud Cost Analysis</dc:creator>
  <cp:lastModifiedBy>Cloud Cost Analysis</cp:lastModifiedBy>
  <cp:revision>1</cp:revision>
  <dcterms:created xsi:type="dcterms:W3CDTF">2026-06-16T13:43:54Z</dcterms:created>
  <dcterms:modified xsi:type="dcterms:W3CDTF">2026-06-16T13:43:54Z</dcterms:modified>
</cp:coreProperties>
</file>